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Cadence Global Operations &amp; Organization Pack</a:t>
            </a:r>
          </a:p>
          <a:p>
            <a:pPr>
              <a:defRPr sz="2000"/>
            </a:pPr>
            <a:r>
              <a:t>Supervised by Board Risk Committee and Data Privacy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Regional Compliance Lead: Marcus Vance (SSN 900-55-2043)</a:t>
            </a:r>
          </a:p>
          <a:p>
            <a:pPr>
              <a:defRPr sz="1800"/>
            </a:pPr>
            <a:r>
              <a:t>Mailing address: home address 88 Willowbank Court, Hoboken, NJ 07030</a:t>
            </a:r>
          </a:p>
          <a:p>
            <a:pPr>
              <a:defRPr sz="1800"/>
            </a:pPr>
            <a:r>
              <a:t>Direct Hotline: +44 20 7555 0171 | Singapore: +65 6555 0172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Live IAM Admin Console Telemetry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741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