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Presenter: Emma Travis (theresa25@example.net). Remind attendees that all data is confidential.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Cadence Financial Services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Organisational Pack —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Directory of Role Holders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822960"/>
          <a:ext cx="8595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5334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Mark Cox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Chief Executive Officer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erikarush@example.com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494.973.1217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Meghan Cisneros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Chief Risk Officer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khines@example.org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455-718-8442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Lawrence Harrington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 of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raymond43@example.org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431.332.3705x89578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Austin Osborne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VP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fitzgeraldvictor@example.com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446-778-6691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James Bradley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HR 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greenjorge@example.com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+1-217-378-5289x2268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RACI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822960"/>
          <a:ext cx="8595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640080">
                <a:tc>
                  <a:txBody>
                    <a:bodyPr/>
                    <a:lstStyle/>
                    <a:p>
                      <a: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Responsible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Accountable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Consulted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Informed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Risk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Courtney Meza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Diane Miller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Tyler Hill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Elizabeth Martin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Policy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Diane Miller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Tyler Hill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Elizabeth Martin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Courtney Meza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Audit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Tyler Hill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Elizabeth Martin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Courtney Meza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Diane Miller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System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Elizabeth Martin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Courtney Meza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Diane Miller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Tyler Hill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Organisation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Lisa Davis
CEO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731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Leslie Carpenter
CRO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731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Marcus Winters
CFO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Thomas Williams
Head of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5603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/>
              <a:t>Angela Fry
Head of HR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Data Protection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8595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All employees must comply with the data protection framework. Violations are subject to disciplinary action. Refer to the Employee Handbook for full details.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System Access Screenshot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31520"/>
            <a:ext cx="73152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Compliance Contacts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Owner: Kimberly May
Email: timothy64@example.com
Phone: 402-776-7735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8595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This pack is confidential. All names, contact details, and identifiers contained herein are strictly for internal use. Please contact compliance@cadencefinancial.com with any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Heather Bolton</dc:creator>
  <cp:keywords/>
  <dc:description>generated using python-pptx</dc:description>
  <cp:lastModifiedBy>William Gould</cp:lastModifiedBy>
  <cp:revision>1</cp:revision>
  <dcterms:created xsi:type="dcterms:W3CDTF">2013-01-27T09:14:16Z</dcterms:created>
  <dcterms:modified xsi:type="dcterms:W3CDTF">2013-01-27T09:15:58Z</dcterms:modified>
  <cp:category/>
</cp:coreProperties>
</file>